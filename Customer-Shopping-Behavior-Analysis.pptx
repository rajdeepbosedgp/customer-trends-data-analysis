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  <a:p>
            <a:pPr>
              <a:defRPr sz="1800" b="1"/>
            </a:pPr>
            <a:r>
              <a:t>Prepared by: Rajdeep Bose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Data Analysis Project (Python, SQL, Power BI)</dc:subject>
  <dc:creator>Rajdeep Bose</dc:creator>
  <cp:lastModifiedBy>Rajdeep Bose</cp:lastModifiedBy>
  <cp:revision>1</cp:revision>
  <dcterms:created xsi:type="dcterms:W3CDTF">2025-10-14T02:52:14Z</dcterms:created>
  <dcterms:modified xsi:type="dcterms:W3CDTF">2025-10-14T02:52:14Z</dcterms:modified>
  <dc:description>Project by Rajdeep Bose</dc:description>
</cp:coreProperties>
</file>